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8448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8448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8448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98448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8448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50224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62288" y="457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0224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288" y="969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0224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14813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0224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62288" y="19933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224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62288" y="250545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50224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2288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0224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62288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50224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62288" y="4041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</a:t>
            </a:r>
            <a:endParaRPr lang="en-US" sz="6400" dirty="0"/>
          </a:p>
        </p:txBody>
      </p:sp>
      <p:sp>
        <p:nvSpPr>
          <p:cNvPr id="51" name="Text 49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EF9F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REACTION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82880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· Explode · Chain · Level Up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0400" y="37490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F3460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Vanilla 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Game?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Puzzle game playable directly in any browser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465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Click colored cells to trigger chain explosions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Gravity pulls remaining cells downward after each blast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Clear color targets before your moves run 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826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10 levels of increasing difficulty — more colors, trickier boards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Clear the entire board for a +500 bonus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00584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7456" y="100584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0104" y="100584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00584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61848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161848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161848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0104" y="161848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61848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231136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2231136"/>
            <a:ext cx="548640" cy="548640"/>
          </a:xfrm>
          <a:prstGeom prst="roundRect">
            <a:avLst>
              <a:gd name="adj" fmla="val 6667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2231136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0104" y="2231136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02752" y="2231136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8437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28437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7456" y="28437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0104" y="28437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02752" y="2843784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3456432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4808" y="3456432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77456" y="3456432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0104" y="3456432"/>
            <a:ext cx="548640" cy="548640"/>
          </a:xfrm>
          <a:prstGeom prst="roundRect">
            <a:avLst>
              <a:gd name="adj" fmla="val 6667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2752" y="3456432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406908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4808" y="406908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77456" y="406908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406908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02752" y="4069080"/>
            <a:ext cx="548640" cy="548640"/>
          </a:xfrm>
          <a:prstGeom prst="roundRect">
            <a:avLst>
              <a:gd name="adj" fmla="val 6667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468172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64808" y="468172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77456" y="468172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90104" y="468172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2752" y="4681728"/>
            <a:ext cx="548640" cy="548640"/>
          </a:xfrm>
          <a:prstGeom prst="roundRect">
            <a:avLst>
              <a:gd name="adj" fmla="val 6667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0116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colored cell on the 8×8 grid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234440"/>
            <a:ext cx="640080" cy="64008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explodes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connected same-color cells disappear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20116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kicks 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cells fall down, creating new groups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051560"/>
            <a:ext cx="20116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234440"/>
            <a:ext cx="640080" cy="64008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targets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required color groups to advance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Shortcuts:   N → New Game     R → Restart Level     Esc → Close Popup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&amp; Levels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(cells)² × 10 × level multiplier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6 cells on Level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6² × 10 × 1.30 = 468 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11480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 pts  —  Clear the entire 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saved automatically in browser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931920" cy="3337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Progression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591056"/>
            <a:ext cx="393192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075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075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075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898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898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28986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721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721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52360" y="3721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semantic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5848" y="1051560"/>
            <a:ext cx="26517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7288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47288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1051560"/>
            <a:ext cx="265176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5936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game logic,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libraries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96596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Fill (BFS)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connected cells of the same color from a clicked cell. Uses a stack-based breadth-first search checking all 4 neighbours.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33472" y="2651760"/>
            <a:ext cx="196596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24912" y="3273552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explosions, cells fall column by column. Collects non-empty cells bottom-up, then redistributes them downward.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9744" y="2651760"/>
            <a:ext cx="196596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01184" y="3273552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board for groups of ≥3 cells, selects up to 4 as level targets. Tracks cleared status after each move.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86016" y="2651760"/>
            <a:ext cx="196596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77456" y="3273552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is persisted across sessions using the browser's localStorage API — no server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6187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298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distinct colors added progressively across levels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09728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5576" y="126187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14216" y="1298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65576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+ gravity creates cascading new opportunities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09728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26187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12864" y="12984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1783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color group targets per level to strategize around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18211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2186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Preview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3703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highlights the entire connected group before clicking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301752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65576" y="318211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14216" y="32186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65576" y="3703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level counter, and all-time best always visible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3017520"/>
            <a:ext cx="265176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4224" y="3182112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12864" y="32186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64224" y="3703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saved in localStorage — survives page refreshes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8A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1344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Generation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09728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65576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05656" y="1344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Explosion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109728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64224" y="1755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04304" y="1344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9F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26243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55848" y="237744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77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65576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05656" y="26243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Counter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54496" y="237744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A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64224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04304" y="26243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8A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66928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07008" y="3904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Progression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55848" y="365760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465576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05656" y="3904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Feedback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54496" y="3657600"/>
            <a:ext cx="265176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9F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364224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04304" y="3904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36 test cases  ·  All manually verifiable in-browser with no test runner required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Run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70432"/>
            <a:ext cx="457200" cy="45720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207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(Recommended)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color_chain_reaction.html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any browser — no setup needed.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Local Server (Python)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8000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open: http://localhost:8000/color_chain_reaction.html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70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Local Server (Node)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serve 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the URL shown in terminal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114800" cy="1920240"/>
          </a:xfrm>
          <a:prstGeom prst="rect">
            <a:avLst/>
          </a:prstGeom>
          <a:solidFill>
            <a:srgbClr val="16213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Compatibility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Chrome 80+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Firefox 75+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Safari 14+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Edge 80+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50224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62288" y="365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0224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288" y="8778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0224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1389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0224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62288" y="19019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224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62288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50224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2288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24B4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0224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78A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62288" y="3438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639922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50224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F77D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62288" y="39502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0" y="777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1" name="Shape 49"/>
          <p:cNvSpPr/>
          <p:nvPr/>
        </p:nvSpPr>
        <p:spPr>
          <a:xfrm>
            <a:off x="1600200" y="1920240"/>
            <a:ext cx="13716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1993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85A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16002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1920240"/>
            <a:ext cx="13716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0" y="1993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32004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00600" y="1920240"/>
            <a:ext cx="13716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1993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48006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1920240"/>
            <a:ext cx="13716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1993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9F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64008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82880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· CSS · Vanilla JavaScript — no setup, no dependencies, just open and play.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971800" y="4069080"/>
            <a:ext cx="3200400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7180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Open the game and play!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Chain Reaction</dc:title>
  <dc:subject>PptxGenJS Presentation</dc:subject>
  <dc:creator>PptxGenJS</dc:creator>
  <cp:lastModifiedBy>PptxGenJS</cp:lastModifiedBy>
  <cp:revision>1</cp:revision>
  <dcterms:created xsi:type="dcterms:W3CDTF">2026-04-24T07:03:49Z</dcterms:created>
  <dcterms:modified xsi:type="dcterms:W3CDTF">2026-04-24T07:03:49Z</dcterms:modified>
</cp:coreProperties>
</file>